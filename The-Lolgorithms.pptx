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Arimo Bold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ezeW8JsqlA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hyperlink" Target="https://mplad-rakshak.vercel.ap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bJjhhNngZIE" TargetMode="External"/><Relationship Id="rId13" Type="http://schemas.openxmlformats.org/officeDocument/2006/relationships/image" Target="../media/image14.png"/><Relationship Id="rId18" Type="http://schemas.openxmlformats.org/officeDocument/2006/relationships/hyperlink" Target="https://mplads_rakshak_report.pdf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en.vikaspedia.in/viewcontent/e-governance/online-citizen-services/mplads%E2%80%93esakshi-web-portal?lgn=en" TargetMode="External"/><Relationship Id="rId12" Type="http://schemas.openxmlformats.org/officeDocument/2006/relationships/hyperlink" Target="https://empoweredindian.in/mplads" TargetMode="External"/><Relationship Id="rId17" Type="http://schemas.openxmlformats.org/officeDocument/2006/relationships/hyperlink" Target="https://drive.google.com/file/d/1cBNkaCN3SxGvg_Y1AD4Y8y_CacaQBid3/view" TargetMode="External"/><Relationship Id="rId2" Type="http://schemas.openxmlformats.org/officeDocument/2006/relationships/image" Target="../media/image3.jpeg"/><Relationship Id="rId16" Type="http://schemas.openxmlformats.org/officeDocument/2006/relationships/image" Target="../media/image8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pwd.gov.in/Documents/cpwd_publication.aspx" TargetMode="External"/><Relationship Id="rId11" Type="http://schemas.openxmlformats.org/officeDocument/2006/relationships/hyperlink" Target="https://ngodarpan.gov.in/#/faq" TargetMode="External"/><Relationship Id="rId5" Type="http://schemas.openxmlformats.org/officeDocument/2006/relationships/hyperlink" Target="https://mplads.mospi.gov.in/digigov/dashboard.html" TargetMode="External"/><Relationship Id="rId15" Type="http://schemas.openxmlformats.org/officeDocument/2006/relationships/image" Target="../media/image16.png"/><Relationship Id="rId10" Type="http://schemas.openxmlformats.org/officeDocument/2006/relationships/hyperlink" Target="https://dmeo.gov.in/index.php/node/432" TargetMode="External"/><Relationship Id="rId19" Type="http://schemas.openxmlformats.org/officeDocument/2006/relationships/hyperlink" Target="https://github.com/ashutoshsingh8/MPLAD_Rakshak.git" TargetMode="External"/><Relationship Id="rId4" Type="http://schemas.openxmlformats.org/officeDocument/2006/relationships/hyperlink" Target="https://mplads.mospi.gov.in/digigov/landingpage.html#aboutus" TargetMode="External"/><Relationship Id="rId9" Type="http://schemas.openxmlformats.org/officeDocument/2006/relationships/hyperlink" Target="https://www.mospi.gov.in/" TargetMode="External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67989" y="2002812"/>
            <a:ext cx="4502572" cy="4815621"/>
            <a:chOff x="0" y="0"/>
            <a:chExt cx="6003430" cy="64208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03417" cy="6420866"/>
            </a:xfrm>
            <a:custGeom>
              <a:avLst/>
              <a:gdLst/>
              <a:ahLst/>
              <a:cxnLst/>
              <a:rect l="l" t="t" r="r" b="b"/>
              <a:pathLst>
                <a:path w="6003417" h="6420866">
                  <a:moveTo>
                    <a:pt x="0" y="0"/>
                  </a:moveTo>
                  <a:lnTo>
                    <a:pt x="6003417" y="0"/>
                  </a:lnTo>
                  <a:lnTo>
                    <a:pt x="6003417" y="6420866"/>
                  </a:lnTo>
                  <a:lnTo>
                    <a:pt x="0" y="6420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6194" y="1966141"/>
            <a:ext cx="12839357" cy="651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ID - 26102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Title - Development of an AI-powered system to                              detect anomalies, fraud, and inefficiencies in MPLAD Scheme implementation regd.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Theme - Smart Automation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PS Category - Software</a:t>
            </a:r>
          </a:p>
          <a:p>
            <a:pPr marL="651510" lvl="1" indent="-325755" algn="just">
              <a:lnSpc>
                <a:spcPts val="432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ID - 146579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Name (Registered on portal) – The-Lolgorithms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493875" y="271424"/>
            <a:ext cx="9206608" cy="1047417"/>
            <a:chOff x="0" y="0"/>
            <a:chExt cx="12275477" cy="13965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75478" cy="1396560"/>
            </a:xfrm>
            <a:custGeom>
              <a:avLst/>
              <a:gdLst/>
              <a:ahLst/>
              <a:cxnLst/>
              <a:rect l="l" t="t" r="r" b="b"/>
              <a:pathLst>
                <a:path w="12275478" h="1396560">
                  <a:moveTo>
                    <a:pt x="0" y="0"/>
                  </a:moveTo>
                  <a:lnTo>
                    <a:pt x="12275478" y="0"/>
                  </a:lnTo>
                  <a:lnTo>
                    <a:pt x="12275478" y="1396560"/>
                  </a:lnTo>
                  <a:lnTo>
                    <a:pt x="0" y="1396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269" b="-12126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2275477" cy="1415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MPLADS Rakshak : AI-Powered Protection of Public Funds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365" y="170583"/>
            <a:ext cx="3853605" cy="880234"/>
            <a:chOff x="0" y="0"/>
            <a:chExt cx="5138141" cy="117364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5138166" cy="1173607"/>
            </a:xfrm>
            <a:custGeom>
              <a:avLst/>
              <a:gdLst/>
              <a:ahLst/>
              <a:cxnLst/>
              <a:rect l="l" t="t" r="r" b="b"/>
              <a:pathLst>
                <a:path w="5138166" h="1173607">
                  <a:moveTo>
                    <a:pt x="0" y="586867"/>
                  </a:moveTo>
                  <a:cubicBezTo>
                    <a:pt x="0" y="262763"/>
                    <a:pt x="1150239" y="0"/>
                    <a:pt x="2569083" y="0"/>
                  </a:cubicBezTo>
                  <a:cubicBezTo>
                    <a:pt x="3987927" y="0"/>
                    <a:pt x="5138166" y="262763"/>
                    <a:pt x="5138166" y="586867"/>
                  </a:cubicBezTo>
                  <a:cubicBezTo>
                    <a:pt x="5138166" y="910971"/>
                    <a:pt x="3987927" y="1173607"/>
                    <a:pt x="2569083" y="1173607"/>
                  </a:cubicBezTo>
                  <a:cubicBezTo>
                    <a:pt x="1150239" y="1173607"/>
                    <a:pt x="0" y="910971"/>
                    <a:pt x="0" y="5868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5138141" cy="11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The-Lolgorithms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-1886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25285" y="1359398"/>
            <a:ext cx="17819618" cy="8071475"/>
            <a:chOff x="0" y="0"/>
            <a:chExt cx="23759490" cy="107619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759540" cy="10761980"/>
            </a:xfrm>
            <a:custGeom>
              <a:avLst/>
              <a:gdLst/>
              <a:ahLst/>
              <a:cxnLst/>
              <a:rect l="l" t="t" r="r" b="b"/>
              <a:pathLst>
                <a:path w="23759540" h="10761980">
                  <a:moveTo>
                    <a:pt x="0" y="0"/>
                  </a:moveTo>
                  <a:lnTo>
                    <a:pt x="23759540" y="0"/>
                  </a:lnTo>
                  <a:lnTo>
                    <a:pt x="23759540" y="10761980"/>
                  </a:lnTo>
                  <a:lnTo>
                    <a:pt x="0" y="10761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36" t="-2192" b="-205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884526" y="6679833"/>
            <a:ext cx="3489074" cy="2854692"/>
            <a:chOff x="0" y="0"/>
            <a:chExt cx="4499699" cy="36815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99737" cy="3681603"/>
            </a:xfrm>
            <a:custGeom>
              <a:avLst/>
              <a:gdLst/>
              <a:ahLst/>
              <a:cxnLst/>
              <a:rect l="l" t="t" r="r" b="b"/>
              <a:pathLst>
                <a:path w="4499737" h="3681603">
                  <a:moveTo>
                    <a:pt x="0" y="0"/>
                  </a:moveTo>
                  <a:lnTo>
                    <a:pt x="4499737" y="0"/>
                  </a:lnTo>
                  <a:lnTo>
                    <a:pt x="4499737" y="3681603"/>
                  </a:lnTo>
                  <a:lnTo>
                    <a:pt x="0" y="368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372836" y="8107179"/>
            <a:ext cx="2798536" cy="1836539"/>
            <a:chOff x="0" y="0"/>
            <a:chExt cx="812800" cy="533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533400"/>
            </a:xfrm>
            <a:custGeom>
              <a:avLst/>
              <a:gdLst/>
              <a:ahLst/>
              <a:cxnLst/>
              <a:rect l="l" t="t" r="r" b="b"/>
              <a:pathLst>
                <a:path w="812800" h="5334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BFCF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100" y="69850"/>
              <a:ext cx="7366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-10800000">
            <a:off x="17373600" y="6271118"/>
            <a:ext cx="848230" cy="1679664"/>
          </a:xfrm>
          <a:custGeom>
            <a:avLst/>
            <a:gdLst/>
            <a:ahLst/>
            <a:cxnLst/>
            <a:rect l="l" t="t" r="r" b="b"/>
            <a:pathLst>
              <a:path w="848230" h="1679664">
                <a:moveTo>
                  <a:pt x="0" y="0"/>
                </a:moveTo>
                <a:lnTo>
                  <a:pt x="848230" y="0"/>
                </a:lnTo>
                <a:lnTo>
                  <a:pt x="848230" y="1679663"/>
                </a:lnTo>
                <a:lnTo>
                  <a:pt x="0" y="1679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2700000">
            <a:off x="345763" y="8650571"/>
            <a:ext cx="1228387" cy="405368"/>
          </a:xfrm>
          <a:custGeom>
            <a:avLst/>
            <a:gdLst/>
            <a:ahLst/>
            <a:cxnLst/>
            <a:rect l="l" t="t" r="r" b="b"/>
            <a:pathLst>
              <a:path w="1228387" h="405368">
                <a:moveTo>
                  <a:pt x="0" y="0"/>
                </a:moveTo>
                <a:lnTo>
                  <a:pt x="1228387" y="0"/>
                </a:lnTo>
                <a:lnTo>
                  <a:pt x="1228387" y="405367"/>
                </a:lnTo>
                <a:lnTo>
                  <a:pt x="0" y="405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891725" y="8447132"/>
            <a:ext cx="1991758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3600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8"/>
              </a:rPr>
              <a:t>Video</a:t>
            </a:r>
            <a:endParaRPr lang="en-US" sz="3600" b="1" u="sng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3818"/>
              </a:lnSpc>
              <a:spcBef>
                <a:spcPct val="0"/>
              </a:spcBef>
            </a:pPr>
            <a:r>
              <a:rPr lang="en-US" sz="3182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9"/>
              </a:rPr>
              <a:t>Website</a:t>
            </a:r>
            <a:endParaRPr lang="en-US" sz="3182" b="1" u="sng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7365" y="170583"/>
            <a:ext cx="3853605" cy="880234"/>
            <a:chOff x="0" y="0"/>
            <a:chExt cx="5138141" cy="1173645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5138166" cy="1173607"/>
            </a:xfrm>
            <a:custGeom>
              <a:avLst/>
              <a:gdLst/>
              <a:ahLst/>
              <a:cxnLst/>
              <a:rect l="l" t="t" r="r" b="b"/>
              <a:pathLst>
                <a:path w="5138166" h="1173607">
                  <a:moveTo>
                    <a:pt x="0" y="586867"/>
                  </a:moveTo>
                  <a:cubicBezTo>
                    <a:pt x="0" y="262763"/>
                    <a:pt x="1150239" y="0"/>
                    <a:pt x="2569083" y="0"/>
                  </a:cubicBezTo>
                  <a:cubicBezTo>
                    <a:pt x="3987927" y="0"/>
                    <a:pt x="5138166" y="262763"/>
                    <a:pt x="5138166" y="586867"/>
                  </a:cubicBezTo>
                  <a:cubicBezTo>
                    <a:pt x="5138166" y="910971"/>
                    <a:pt x="3987927" y="1173607"/>
                    <a:pt x="2569083" y="1173607"/>
                  </a:cubicBezTo>
                  <a:cubicBezTo>
                    <a:pt x="1150239" y="1173607"/>
                    <a:pt x="0" y="910971"/>
                    <a:pt x="0" y="5868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138141" cy="11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The-Lolgorithms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9050" y="1716748"/>
            <a:ext cx="18288000" cy="7783344"/>
            <a:chOff x="0" y="0"/>
            <a:chExt cx="24384000" cy="103777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10377805"/>
            </a:xfrm>
            <a:custGeom>
              <a:avLst/>
              <a:gdLst/>
              <a:ahLst/>
              <a:cxnLst/>
              <a:rect l="l" t="t" r="r" b="b"/>
              <a:pathLst>
                <a:path w="24384000" h="10377805">
                  <a:moveTo>
                    <a:pt x="0" y="0"/>
                  </a:moveTo>
                  <a:lnTo>
                    <a:pt x="24384000" y="0"/>
                  </a:lnTo>
                  <a:lnTo>
                    <a:pt x="24384000" y="10377805"/>
                  </a:lnTo>
                  <a:lnTo>
                    <a:pt x="0" y="10377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7365" y="170583"/>
            <a:ext cx="3853605" cy="880234"/>
            <a:chOff x="0" y="0"/>
            <a:chExt cx="5138141" cy="1173645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5138166" cy="1173607"/>
            </a:xfrm>
            <a:custGeom>
              <a:avLst/>
              <a:gdLst/>
              <a:ahLst/>
              <a:cxnLst/>
              <a:rect l="l" t="t" r="r" b="b"/>
              <a:pathLst>
                <a:path w="5138166" h="1173607">
                  <a:moveTo>
                    <a:pt x="0" y="586867"/>
                  </a:moveTo>
                  <a:cubicBezTo>
                    <a:pt x="0" y="262763"/>
                    <a:pt x="1150239" y="0"/>
                    <a:pt x="2569083" y="0"/>
                  </a:cubicBezTo>
                  <a:cubicBezTo>
                    <a:pt x="3987927" y="0"/>
                    <a:pt x="5138166" y="262763"/>
                    <a:pt x="5138166" y="586867"/>
                  </a:cubicBezTo>
                  <a:cubicBezTo>
                    <a:pt x="5138166" y="910971"/>
                    <a:pt x="3987927" y="1173607"/>
                    <a:pt x="2569083" y="1173607"/>
                  </a:cubicBezTo>
                  <a:cubicBezTo>
                    <a:pt x="1150239" y="1173607"/>
                    <a:pt x="0" y="910971"/>
                    <a:pt x="0" y="5868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138141" cy="11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The-Lolgorithms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9050" y="1491834"/>
            <a:ext cx="18288000" cy="7993009"/>
            <a:chOff x="0" y="0"/>
            <a:chExt cx="24384000" cy="106573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10657332"/>
            </a:xfrm>
            <a:custGeom>
              <a:avLst/>
              <a:gdLst/>
              <a:ahLst/>
              <a:cxnLst/>
              <a:rect l="l" t="t" r="r" b="b"/>
              <a:pathLst>
                <a:path w="24384000" h="10657332">
                  <a:moveTo>
                    <a:pt x="0" y="0"/>
                  </a:moveTo>
                  <a:lnTo>
                    <a:pt x="24384000" y="0"/>
                  </a:lnTo>
                  <a:lnTo>
                    <a:pt x="24384000" y="10657332"/>
                  </a:lnTo>
                  <a:lnTo>
                    <a:pt x="0" y="10657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818219" y="1595752"/>
            <a:ext cx="5805488" cy="6356166"/>
            <a:chOff x="0" y="0"/>
            <a:chExt cx="7740650" cy="84748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740650" cy="8474837"/>
            </a:xfrm>
            <a:custGeom>
              <a:avLst/>
              <a:gdLst/>
              <a:ahLst/>
              <a:cxnLst/>
              <a:rect l="l" t="t" r="r" b="b"/>
              <a:pathLst>
                <a:path w="7740650" h="8474837">
                  <a:moveTo>
                    <a:pt x="0" y="0"/>
                  </a:moveTo>
                  <a:lnTo>
                    <a:pt x="7740650" y="0"/>
                  </a:lnTo>
                  <a:lnTo>
                    <a:pt x="7740650" y="8474837"/>
                  </a:lnTo>
                  <a:lnTo>
                    <a:pt x="0" y="8474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0365581" y="1893741"/>
            <a:ext cx="258270" cy="7340413"/>
          </a:xfrm>
          <a:custGeom>
            <a:avLst/>
            <a:gdLst/>
            <a:ahLst/>
            <a:cxnLst/>
            <a:rect l="l" t="t" r="r" b="b"/>
            <a:pathLst>
              <a:path w="258270" h="7340413">
                <a:moveTo>
                  <a:pt x="0" y="0"/>
                </a:moveTo>
                <a:lnTo>
                  <a:pt x="258271" y="0"/>
                </a:lnTo>
                <a:lnTo>
                  <a:pt x="258271" y="7340413"/>
                </a:lnTo>
                <a:lnTo>
                  <a:pt x="0" y="7340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058049" y="7720222"/>
            <a:ext cx="6895414" cy="176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Nagaland Leads-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Achieved a peak 95.7% fund utilization rate.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 10 Average-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Maintaining a solid 56.5% baseline utilization.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2476" y="1709633"/>
            <a:ext cx="9718748" cy="7517378"/>
            <a:chOff x="0" y="0"/>
            <a:chExt cx="12958331" cy="100231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58318" cy="10023221"/>
            </a:xfrm>
            <a:custGeom>
              <a:avLst/>
              <a:gdLst/>
              <a:ahLst/>
              <a:cxnLst/>
              <a:rect l="l" t="t" r="r" b="b"/>
              <a:pathLst>
                <a:path w="12958318" h="10023221">
                  <a:moveTo>
                    <a:pt x="0" y="0"/>
                  </a:moveTo>
                  <a:lnTo>
                    <a:pt x="12958318" y="0"/>
                  </a:lnTo>
                  <a:lnTo>
                    <a:pt x="12958318" y="10023221"/>
                  </a:lnTo>
                  <a:lnTo>
                    <a:pt x="0" y="10023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7365" y="170583"/>
            <a:ext cx="3853605" cy="880234"/>
            <a:chOff x="0" y="0"/>
            <a:chExt cx="5138141" cy="1173645"/>
          </a:xfrm>
        </p:grpSpPr>
        <p:sp>
          <p:nvSpPr>
            <p:cNvPr id="22" name="Freeform 22" descr="Your startup LOGO"/>
            <p:cNvSpPr/>
            <p:nvPr/>
          </p:nvSpPr>
          <p:spPr>
            <a:xfrm>
              <a:off x="0" y="0"/>
              <a:ext cx="5138166" cy="1173607"/>
            </a:xfrm>
            <a:custGeom>
              <a:avLst/>
              <a:gdLst/>
              <a:ahLst/>
              <a:cxnLst/>
              <a:rect l="l" t="t" r="r" b="b"/>
              <a:pathLst>
                <a:path w="5138166" h="1173607">
                  <a:moveTo>
                    <a:pt x="0" y="586867"/>
                  </a:moveTo>
                  <a:cubicBezTo>
                    <a:pt x="0" y="262763"/>
                    <a:pt x="1150239" y="0"/>
                    <a:pt x="2569083" y="0"/>
                  </a:cubicBezTo>
                  <a:cubicBezTo>
                    <a:pt x="3987927" y="0"/>
                    <a:pt x="5138166" y="262763"/>
                    <a:pt x="5138166" y="586867"/>
                  </a:cubicBezTo>
                  <a:cubicBezTo>
                    <a:pt x="5138166" y="910971"/>
                    <a:pt x="3987927" y="1173607"/>
                    <a:pt x="2569083" y="1173607"/>
                  </a:cubicBezTo>
                  <a:cubicBezTo>
                    <a:pt x="1150239" y="1173607"/>
                    <a:pt x="0" y="910971"/>
                    <a:pt x="0" y="5868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138141" cy="11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The-Lolgorithms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47843" y="1641158"/>
            <a:ext cx="16509235" cy="336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MoSPI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(Ministry of Statistics and </a:t>
            </a: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Programme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mplads.mospi.gov.in/digigov/landingpage.html#aboutus"/>
              </a:rPr>
              <a:t>https://mplads.mospi.gov.in/digigov/landingpage.html#aboutus</a:t>
            </a:r>
          </a:p>
          <a:p>
            <a:pPr algn="l">
              <a:lnSpc>
                <a:spcPts val="2520"/>
              </a:lnSpc>
            </a:pP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MoSPI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(Ministry of Statistics and </a:t>
            </a: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Programme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mplads.mospi.gov.in/digigov/dashboard.html"/>
              </a:rPr>
              <a:t>https://mplads.mospi.gov.in/digigov/dashboard.html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CPWD (Central Public Works Department):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cpwd.gov.in/Documents/cpwd_publication.aspx"/>
              </a:rPr>
              <a:t>https://cpwd.gov.in/Documents/cpwd_publication.aspx</a:t>
            </a:r>
          </a:p>
          <a:p>
            <a:pPr algn="l">
              <a:lnSpc>
                <a:spcPts val="2520"/>
              </a:lnSpc>
            </a:pP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Vikaspedia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</a:t>
            </a: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MeitY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en.vikaspedia.in/viewcontent/e-governance/online-citizen-services/mplads%E2%80%93esakshi-web-portal?lgn=en"/>
              </a:rPr>
              <a:t>https://en.vikaspedia.in/viewcontent/e-governance/online-citizen-services/mplads%E2%80%93esakshi-web-portal?lgn=en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YouTube (Drishti IAS):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www.youtube.com/watch?v=bJjhhNngZIE"/>
              </a:rPr>
              <a:t>https://www.youtube.com/watch?v=bJjhhNngZIE</a:t>
            </a:r>
          </a:p>
          <a:p>
            <a:pPr algn="l">
              <a:lnSpc>
                <a:spcPts val="2520"/>
              </a:lnSpc>
            </a:pP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MoSPI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(Ministry of Statistics and </a:t>
            </a:r>
            <a:r>
              <a:rPr lang="en-US" sz="21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Programme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Implementation):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www.mospi.gov.in/"/>
              </a:rPr>
              <a:t>https://www.mospi.gov.in/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DMEO (Development Monitoring and Evaluation Office, NITI Aayog):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dmeo.gov.in/index.php/node/432"/>
              </a:rPr>
              <a:t>https://dmeo.gov.in/index.php/node/432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NGO Darpan (NITI Aayog):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ngodarpan.gov.in/#/faq"/>
              </a:rPr>
              <a:t>https://ngodarpan.gov.in/#/faq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Empowered Indian: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2" tooltip="https://empoweredindian.in/mplads"/>
              </a:rPr>
              <a:t>https://empoweredindian.in/mplads</a:t>
            </a:r>
          </a:p>
          <a:p>
            <a:pPr algn="l">
              <a:lnSpc>
                <a:spcPts val="2520"/>
              </a:lnSpc>
            </a:pPr>
            <a:endParaRPr lang="en-US" sz="2100" u="sng" dirty="0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2" tooltip="https://empoweredindian.in/mplad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7365" y="170583"/>
            <a:ext cx="3853605" cy="880234"/>
            <a:chOff x="0" y="0"/>
            <a:chExt cx="5138141" cy="1173645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5138166" cy="1173607"/>
            </a:xfrm>
            <a:custGeom>
              <a:avLst/>
              <a:gdLst/>
              <a:ahLst/>
              <a:cxnLst/>
              <a:rect l="l" t="t" r="r" b="b"/>
              <a:pathLst>
                <a:path w="5138166" h="1173607">
                  <a:moveTo>
                    <a:pt x="0" y="586867"/>
                  </a:moveTo>
                  <a:cubicBezTo>
                    <a:pt x="0" y="262763"/>
                    <a:pt x="1150239" y="0"/>
                    <a:pt x="2569083" y="0"/>
                  </a:cubicBezTo>
                  <a:cubicBezTo>
                    <a:pt x="3987927" y="0"/>
                    <a:pt x="5138166" y="262763"/>
                    <a:pt x="5138166" y="586867"/>
                  </a:cubicBezTo>
                  <a:cubicBezTo>
                    <a:pt x="5138166" y="910971"/>
                    <a:pt x="3987927" y="1173607"/>
                    <a:pt x="2569083" y="1173607"/>
                  </a:cubicBezTo>
                  <a:cubicBezTo>
                    <a:pt x="1150239" y="1173607"/>
                    <a:pt x="0" y="910971"/>
                    <a:pt x="0" y="5868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138141" cy="11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The-Lolgorithms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3097" y="5162598"/>
            <a:ext cx="6765427" cy="3805552"/>
            <a:chOff x="0" y="0"/>
            <a:chExt cx="9020569" cy="507406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20556" cy="5074031"/>
            </a:xfrm>
            <a:custGeom>
              <a:avLst/>
              <a:gdLst/>
              <a:ahLst/>
              <a:cxnLst/>
              <a:rect l="l" t="t" r="r" b="b"/>
              <a:pathLst>
                <a:path w="9020556" h="5074031">
                  <a:moveTo>
                    <a:pt x="0" y="0"/>
                  </a:moveTo>
                  <a:lnTo>
                    <a:pt x="9020556" y="0"/>
                  </a:lnTo>
                  <a:lnTo>
                    <a:pt x="9020556" y="5074031"/>
                  </a:lnTo>
                  <a:lnTo>
                    <a:pt x="0" y="5074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1279057" y="5162598"/>
            <a:ext cx="6765427" cy="3805552"/>
            <a:chOff x="0" y="0"/>
            <a:chExt cx="9020569" cy="50740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20556" cy="5074031"/>
            </a:xfrm>
            <a:custGeom>
              <a:avLst/>
              <a:gdLst/>
              <a:ahLst/>
              <a:cxnLst/>
              <a:rect l="l" t="t" r="r" b="b"/>
              <a:pathLst>
                <a:path w="9020556" h="5074031">
                  <a:moveTo>
                    <a:pt x="0" y="0"/>
                  </a:moveTo>
                  <a:lnTo>
                    <a:pt x="9020556" y="0"/>
                  </a:lnTo>
                  <a:lnTo>
                    <a:pt x="9020556" y="5074031"/>
                  </a:lnTo>
                  <a:lnTo>
                    <a:pt x="0" y="5074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6636420" y="4633779"/>
            <a:ext cx="5477770" cy="4863189"/>
            <a:chOff x="0" y="0"/>
            <a:chExt cx="7303694" cy="64842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03643" cy="6484239"/>
            </a:xfrm>
            <a:custGeom>
              <a:avLst/>
              <a:gdLst/>
              <a:ahLst/>
              <a:cxnLst/>
              <a:rect l="l" t="t" r="r" b="b"/>
              <a:pathLst>
                <a:path w="7303643" h="6484239">
                  <a:moveTo>
                    <a:pt x="0" y="0"/>
                  </a:moveTo>
                  <a:lnTo>
                    <a:pt x="7303643" y="0"/>
                  </a:lnTo>
                  <a:lnTo>
                    <a:pt x="7303643" y="6484239"/>
                  </a:lnTo>
                  <a:lnTo>
                    <a:pt x="0" y="6484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5854" t="-4670" r="-36505" b="-4533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4958384" y="2831256"/>
            <a:ext cx="3086100" cy="2025253"/>
            <a:chOff x="0" y="0"/>
            <a:chExt cx="812800" cy="533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533400"/>
            </a:xfrm>
            <a:custGeom>
              <a:avLst/>
              <a:gdLst/>
              <a:ahLst/>
              <a:cxnLst/>
              <a:rect l="l" t="t" r="r" b="b"/>
              <a:pathLst>
                <a:path w="812800" h="5334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00" y="69850"/>
              <a:ext cx="7366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822268">
            <a:off x="14224660" y="4637495"/>
            <a:ext cx="1142577" cy="376012"/>
          </a:xfrm>
          <a:custGeom>
            <a:avLst/>
            <a:gdLst/>
            <a:ahLst/>
            <a:cxnLst/>
            <a:rect l="l" t="t" r="r" b="b"/>
            <a:pathLst>
              <a:path w="1142577" h="376012">
                <a:moveTo>
                  <a:pt x="0" y="0"/>
                </a:moveTo>
                <a:lnTo>
                  <a:pt x="1142577" y="0"/>
                </a:lnTo>
                <a:lnTo>
                  <a:pt x="1142577" y="376011"/>
                </a:lnTo>
                <a:lnTo>
                  <a:pt x="0" y="376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417199" y="4294220"/>
            <a:ext cx="222924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  <a:spcBef>
                <a:spcPct val="0"/>
              </a:spcBef>
            </a:pPr>
            <a:r>
              <a:rPr lang="en-US" sz="25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Detailed Report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846232" y="2957676"/>
            <a:ext cx="3086100" cy="143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3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17" tooltip="https://mplads_rakshak_report.pdf"/>
              </a:rPr>
              <a:t>Report</a:t>
            </a:r>
            <a:endParaRPr lang="en-US" sz="3200" b="1" u="sng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  <a:hlinkClick r:id="rId18" tooltip="https://mplads_rakshak_report.pdf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19" tooltip="https://mplads_rakshak_report.pdf"/>
              </a:rPr>
              <a:t>GitHub</a:t>
            </a:r>
            <a:endParaRPr lang="en-US" sz="3200" b="1" u="sng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  <a:hlinkClick r:id="rId18" tooltip="https://mplads_rakshak_report.pdf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40DD170-690D-23C0-BFA2-B3FCF82BED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53916" y="3744080"/>
            <a:ext cx="830198" cy="830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00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319</Words>
  <Application>Microsoft Office PowerPoint</Application>
  <PresentationFormat>Custom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Calibri</vt:lpstr>
      <vt:lpstr>Arimo</vt:lpstr>
      <vt:lpstr>Times New Roman Bold</vt:lpstr>
      <vt:lpstr>Times New Roman</vt:lpstr>
      <vt:lpstr>Garamond Bold</vt:lpstr>
      <vt:lpstr>Calibri (MS) Bold</vt:lpstr>
      <vt:lpstr>Calibri (MS)</vt:lpstr>
      <vt:lpstr>Arial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The-LOlgorithms</dc:creator>
  <cp:lastModifiedBy>Anshika Arya</cp:lastModifiedBy>
  <cp:revision>2</cp:revision>
  <dcterms:created xsi:type="dcterms:W3CDTF">2006-08-16T00:00:00Z</dcterms:created>
  <dcterms:modified xsi:type="dcterms:W3CDTF">2026-09-23T20:00:19Z</dcterms:modified>
  <dc:identifier>DAHV2NvCPhA</dc:identifier>
</cp:coreProperties>
</file>